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3636"/>
    <a:srgbClr val="2548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0F0B79-E722-4813-BFF2-CBEF8D302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FF68B6-3D35-4F9F-AEF2-BE6E6404C7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660690-2145-449F-B91A-CCFAB4663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6F7F3D-0A09-4AA2-B091-44925D6E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4235FD-48A2-452C-9DC0-9D18A6800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05799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03DC6-18B4-4B7A-9A14-1568648CC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93C4C5-53F5-4877-ABF8-602BF0219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B8082CE-D492-4B37-A48F-A5E27F30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89FD44-3719-4BBC-BE67-45853CEF7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4FDA048-AB34-4B14-8199-201643EA0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1207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0B712-00C3-4CBC-AA05-98FD3FC9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82BB40-AD21-49C5-BABB-85396504C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E6C221-E902-4C47-B1DF-52302135F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06E823-FE00-49D4-83D6-39AE34BE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12582E-8BCB-44BC-A1E4-869808F93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8649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5CD3F-C22E-4F5F-84A2-233313A34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884E1-4F4A-4D5D-AF37-30E37FA2A5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2CBC44-6B50-42AB-987C-8C8E1FC73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2785F7B-40F6-4C89-973E-7E9B704DF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E543E6-31CA-471E-89E6-EDFE6AEDF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7D66E74-F9F1-4525-B248-EC4D017E5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420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FC6F9-4BB7-4CC6-8DBB-F644F4C9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D97BD1D-85BB-4EAC-81A6-B6F3DD7FFF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CBF41E-8A85-4C47-9BDC-C212C88F3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57E86E2-EC39-4DD3-B89F-15A86F97ED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26B1C8F-AB3A-44E3-BC48-3CC3573F5F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E5D290E-95E5-429E-8E87-1134DC4F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A8FEA0-482D-4A9A-BC9F-7481F4AA9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A65DB93-B071-48DA-BB3E-58C2BC99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7259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62019-A15D-4493-9BFA-95D1469B3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92821A2-E2CD-48E6-89D1-168D47C1A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F5FE9A0-0DF6-4960-9416-D002C10FC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207610-9BD2-4B1C-9A67-D031FCA4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5836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D8CA17-DDAD-419B-8CF4-12CF161DF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71BA643-E86A-4C71-B85B-AC17EC201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3CD646-C766-4128-A8E3-78912E4A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87899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40D54-4D18-4357-8060-6C897083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295507-24CC-40A3-9836-CFA682F7B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1FC38A4-B28A-458A-B102-DD725FA00B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536323D-6422-42A8-A2EB-010C90E52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E553E86-DA7F-45B7-ADA4-4C1681299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B581A0-5B4A-41E7-A914-00A12531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645684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918804-09BB-4B1E-92C6-DB0DD5667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D00CB9-D681-440F-B460-109C13742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431FE6-41CA-4EBE-BF41-5E19376B2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058905-FDC7-4D1F-BF30-31C5CF64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21DFDB5-E6B6-445F-A341-AE83EC16B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18CC55B-9CBE-405E-8212-806025F3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91306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111F29-13F1-4633-BEC4-0F9997EA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60A37E4-4A5E-4695-9E3D-70FF6EC7C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27635B-4FB7-469D-9F4A-A74405E82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E2BF16-452D-4E14-9F14-1DA0A88FF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4DC453-6C99-428D-8C7E-5219D5F6D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46210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97BAC5-3977-4623-8C06-307209D7CF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320D5F7-5293-46EA-BEF9-D9280AD65C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F3539E-806B-498D-B5E7-D2D5FBB3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44BCD3-A6AA-481A-965B-496C51911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F6F9DE-E455-4C19-BE31-F31E55273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77967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2333720-840A-40BF-B111-2DB71B16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08D5189-0458-46ED-867B-5D85B0ACB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86D366-492F-4522-9981-744D7CC92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83A4A-0ECB-43EC-97B5-4B79EEE0E6CB}" type="datetimeFigureOut">
              <a:rPr lang="es-EC" smtClean="0"/>
              <a:t>21/9/2026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A54AE1-9D8D-4ED4-8474-76C092D4D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2BC0EA9-233E-4D28-A3A1-21F1AD259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E7975-5F04-4D3E-87FF-2000083D87E2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313965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mbo 7">
            <a:extLst>
              <a:ext uri="{FF2B5EF4-FFF2-40B4-BE49-F238E27FC236}">
                <a16:creationId xmlns:a16="http://schemas.microsoft.com/office/drawing/2014/main" id="{7AA0E479-E219-4A74-AEAB-37D9669F88A3}"/>
              </a:ext>
            </a:extLst>
          </p:cNvPr>
          <p:cNvSpPr/>
          <p:nvPr/>
        </p:nvSpPr>
        <p:spPr>
          <a:xfrm>
            <a:off x="5081488" y="2201933"/>
            <a:ext cx="2412790" cy="1231836"/>
          </a:xfrm>
          <a:prstGeom prst="diamond">
            <a:avLst/>
          </a:prstGeom>
          <a:solidFill>
            <a:srgbClr val="BF363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2" name="Paralelogramo 11">
            <a:extLst>
              <a:ext uri="{FF2B5EF4-FFF2-40B4-BE49-F238E27FC236}">
                <a16:creationId xmlns:a16="http://schemas.microsoft.com/office/drawing/2014/main" id="{DDAEDCAD-4E68-48FB-8C13-7DFD67B0A29C}"/>
              </a:ext>
            </a:extLst>
          </p:cNvPr>
          <p:cNvSpPr/>
          <p:nvPr/>
        </p:nvSpPr>
        <p:spPr>
          <a:xfrm rot="16200000" flipH="1">
            <a:off x="5908402" y="3193470"/>
            <a:ext cx="1962977" cy="1208776"/>
          </a:xfrm>
          <a:prstGeom prst="parallelogram">
            <a:avLst>
              <a:gd name="adj" fmla="val 50741"/>
            </a:avLst>
          </a:prstGeom>
          <a:solidFill>
            <a:srgbClr val="2548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13" name="Paralelogramo 12">
            <a:extLst>
              <a:ext uri="{FF2B5EF4-FFF2-40B4-BE49-F238E27FC236}">
                <a16:creationId xmlns:a16="http://schemas.microsoft.com/office/drawing/2014/main" id="{A71F327F-43E6-4471-A36C-C99F32DBD035}"/>
              </a:ext>
            </a:extLst>
          </p:cNvPr>
          <p:cNvSpPr/>
          <p:nvPr/>
        </p:nvSpPr>
        <p:spPr>
          <a:xfrm rot="5400000">
            <a:off x="4704389" y="3193471"/>
            <a:ext cx="1962977" cy="1208776"/>
          </a:xfrm>
          <a:prstGeom prst="parallelogram">
            <a:avLst>
              <a:gd name="adj" fmla="val 50741"/>
            </a:avLst>
          </a:prstGeom>
          <a:solidFill>
            <a:srgbClr val="BF3636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C"/>
          </a:p>
        </p:txBody>
      </p:sp>
      <p:sp>
        <p:nvSpPr>
          <p:cNvPr id="50" name="Trapecio 49">
            <a:extLst>
              <a:ext uri="{FF2B5EF4-FFF2-40B4-BE49-F238E27FC236}">
                <a16:creationId xmlns:a16="http://schemas.microsoft.com/office/drawing/2014/main" id="{AFBC3EE7-1394-4445-9DF0-7ECA9A2C3DC4}"/>
              </a:ext>
            </a:extLst>
          </p:cNvPr>
          <p:cNvSpPr/>
          <p:nvPr/>
        </p:nvSpPr>
        <p:spPr>
          <a:xfrm rot="5400000">
            <a:off x="2985465" y="3159000"/>
            <a:ext cx="2829600" cy="540000"/>
          </a:xfrm>
          <a:prstGeom prst="trapezoid">
            <a:avLst>
              <a:gd name="adj" fmla="val 65659"/>
            </a:avLst>
          </a:prstGeom>
          <a:solidFill>
            <a:srgbClr val="2548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57" name="Trapecio 56">
            <a:extLst>
              <a:ext uri="{FF2B5EF4-FFF2-40B4-BE49-F238E27FC236}">
                <a16:creationId xmlns:a16="http://schemas.microsoft.com/office/drawing/2014/main" id="{98546729-ECAC-436C-8293-907C0717E574}"/>
              </a:ext>
            </a:extLst>
          </p:cNvPr>
          <p:cNvSpPr/>
          <p:nvPr/>
        </p:nvSpPr>
        <p:spPr>
          <a:xfrm rot="19980000">
            <a:off x="6023677" y="4863552"/>
            <a:ext cx="2407284" cy="551494"/>
          </a:xfrm>
          <a:prstGeom prst="trapezoid">
            <a:avLst>
              <a:gd name="adj" fmla="val 51286"/>
            </a:avLst>
          </a:prstGeom>
          <a:solidFill>
            <a:srgbClr val="2548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56" name="Trapecio 55">
            <a:extLst>
              <a:ext uri="{FF2B5EF4-FFF2-40B4-BE49-F238E27FC236}">
                <a16:creationId xmlns:a16="http://schemas.microsoft.com/office/drawing/2014/main" id="{7364F2F5-0342-44D3-AC1D-9BCCF1316335}"/>
              </a:ext>
            </a:extLst>
          </p:cNvPr>
          <p:cNvSpPr/>
          <p:nvPr/>
        </p:nvSpPr>
        <p:spPr>
          <a:xfrm rot="9180000">
            <a:off x="4150487" y="1446770"/>
            <a:ext cx="2390473" cy="551494"/>
          </a:xfrm>
          <a:prstGeom prst="trapezoid">
            <a:avLst>
              <a:gd name="adj" fmla="val 51286"/>
            </a:avLst>
          </a:prstGeom>
          <a:solidFill>
            <a:srgbClr val="254863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58" name="Trapecio 57">
            <a:extLst>
              <a:ext uri="{FF2B5EF4-FFF2-40B4-BE49-F238E27FC236}">
                <a16:creationId xmlns:a16="http://schemas.microsoft.com/office/drawing/2014/main" id="{125D5E83-0BE8-4FFA-988A-3CB6C6227135}"/>
              </a:ext>
            </a:extLst>
          </p:cNvPr>
          <p:cNvSpPr/>
          <p:nvPr/>
        </p:nvSpPr>
        <p:spPr>
          <a:xfrm rot="1620000" flipH="1">
            <a:off x="4142465" y="4867631"/>
            <a:ext cx="2397807" cy="551494"/>
          </a:xfrm>
          <a:prstGeom prst="trapezoid">
            <a:avLst>
              <a:gd name="adj" fmla="val 51286"/>
            </a:avLst>
          </a:prstGeom>
          <a:solidFill>
            <a:srgbClr val="BF363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64" name="Trapecio 63">
            <a:extLst>
              <a:ext uri="{FF2B5EF4-FFF2-40B4-BE49-F238E27FC236}">
                <a16:creationId xmlns:a16="http://schemas.microsoft.com/office/drawing/2014/main" id="{EB47925B-3294-4C22-95F1-B7D1FC33C7FC}"/>
              </a:ext>
            </a:extLst>
          </p:cNvPr>
          <p:cNvSpPr/>
          <p:nvPr/>
        </p:nvSpPr>
        <p:spPr>
          <a:xfrm rot="16200000" flipH="1">
            <a:off x="6755909" y="3174751"/>
            <a:ext cx="2829602" cy="508502"/>
          </a:xfrm>
          <a:prstGeom prst="trapezoid">
            <a:avLst>
              <a:gd name="adj" fmla="val 72801"/>
            </a:avLst>
          </a:prstGeom>
          <a:solidFill>
            <a:srgbClr val="BF363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  <p:sp>
        <p:nvSpPr>
          <p:cNvPr id="65" name="Trapecio 64">
            <a:extLst>
              <a:ext uri="{FF2B5EF4-FFF2-40B4-BE49-F238E27FC236}">
                <a16:creationId xmlns:a16="http://schemas.microsoft.com/office/drawing/2014/main" id="{DF2C592A-5918-428D-BC15-A621CA0AF4FA}"/>
              </a:ext>
            </a:extLst>
          </p:cNvPr>
          <p:cNvSpPr/>
          <p:nvPr/>
        </p:nvSpPr>
        <p:spPr>
          <a:xfrm rot="12420000" flipH="1">
            <a:off x="6027834" y="1446767"/>
            <a:ext cx="2390473" cy="551494"/>
          </a:xfrm>
          <a:prstGeom prst="trapezoid">
            <a:avLst>
              <a:gd name="adj" fmla="val 51286"/>
            </a:avLst>
          </a:prstGeom>
          <a:solidFill>
            <a:srgbClr val="BF363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938789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0</Words>
  <Application>Microsoft Office PowerPoint</Application>
  <PresentationFormat>Panorámica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Zahid Nazate</dc:creator>
  <cp:lastModifiedBy>Zahid Nazate</cp:lastModifiedBy>
  <cp:revision>6</cp:revision>
  <dcterms:created xsi:type="dcterms:W3CDTF">2026-09-21T23:36:03Z</dcterms:created>
  <dcterms:modified xsi:type="dcterms:W3CDTF">2026-09-22T00:14:20Z</dcterms:modified>
</cp:coreProperties>
</file>